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ecg-project-deeplearning-7bawjywtz5d2jpancnhnkz.streamlit.app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GPU-Accelerated Deep Learning-Based ECG Signal Classification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554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Cardiac Abnormality Detection  |  Group 7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1965960"/>
            <a:ext cx="8229600" cy="731520"/>
          </a:xfrm>
          <a:custGeom>
            <a:avLst/>
            <a:gdLst/>
            <a:ahLst/>
            <a:cxnLst/>
            <a:rect l="l" t="t" r="r" b="b"/>
            <a:pathLst>
              <a:path w="8229600" h="731520">
                <a:moveTo>
                  <a:pt x="0" y="365760"/>
                </a:moveTo>
                <a:lnTo>
                  <a:pt x="1371600" y="365760"/>
                </a:lnTo>
                <a:lnTo>
                  <a:pt x="1554480" y="274320"/>
                </a:lnTo>
                <a:lnTo>
                  <a:pt x="1737360" y="365760"/>
                </a:lnTo>
                <a:lnTo>
                  <a:pt x="2103120" y="365760"/>
                </a:lnTo>
                <a:lnTo>
                  <a:pt x="2194560" y="457200"/>
                </a:lnTo>
                <a:lnTo>
                  <a:pt x="2331720" y="0"/>
                </a:lnTo>
                <a:lnTo>
                  <a:pt x="2468880" y="731520"/>
                </a:lnTo>
                <a:lnTo>
                  <a:pt x="2606040" y="365760"/>
                </a:lnTo>
                <a:lnTo>
                  <a:pt x="3017520" y="365760"/>
                </a:lnTo>
                <a:lnTo>
                  <a:pt x="3291840" y="228600"/>
                </a:lnTo>
                <a:lnTo>
                  <a:pt x="3657600" y="365760"/>
                </a:lnTo>
                <a:lnTo>
                  <a:pt x="8229600" y="365760"/>
                </a:lnTo>
              </a:path>
            </a:pathLst>
          </a:custGeom>
          <a:solidFill>
            <a:srgbClr val="0B1F33">
              <a:alpha val="0"/>
            </a:srgbClr>
          </a:solidFill>
          <a:ln w="31750">
            <a:solidFill>
              <a:srgbClr val="E6394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2926080"/>
            <a:ext cx="45720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Rishabh Jha - 24/CSE/136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Rishi Raj - 24/CSE/137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Ritam Jana - 24/CSE/138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Rohan Adak - 24/CSE/143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Ronit Jana - 24/CSE/145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46177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MIT-BIH Arrhythmia Database  |  1D-CNN and CNN-LSTM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and Objectives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beats must be checked one by one, which is slow for long recordings.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classify each beat as Normal or Abnormal using deep learning.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1D-CNN with a CNN-LSTM and measure the GPU speedup.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663440" y="118872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754880" y="11887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 data handling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903720" y="118872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995160" y="118872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Deep-learning classification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663440" y="242316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754880" y="24231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evaluation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903720" y="2423160"/>
            <a:ext cx="2103120" cy="1097280"/>
          </a:xfrm>
          <a:prstGeom prst="roundRect">
            <a:avLst>
              <a:gd name="adj" fmla="val 10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95160" y="2423160"/>
            <a:ext cx="1920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vs GPU comparison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5720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185166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85166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24612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4612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/ CNN-LSTM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4058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64058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03504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vs GPU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429500" y="3931920"/>
            <a:ext cx="1257300" cy="640080"/>
          </a:xfrm>
          <a:prstGeom prst="roundRect">
            <a:avLst>
              <a:gd name="adj" fmla="val 17143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29500" y="3931920"/>
            <a:ext cx="12573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Dataset: MIT-BIH Arrhythmia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6187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used (of 48)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249631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100,733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0998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annotated beats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373075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10.5%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33425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beats (10,608)</a:t>
            </a:r>
            <a:endParaRPr lang="en-US" sz="1200" dirty="0"/>
          </a:p>
        </p:txBody>
      </p:sp>
      <p:pic>
        <p:nvPicPr>
          <p:cNvPr id="12" name="Image 0" descr="/home/claude/p/ECG-Project-Deeplearning-main/graphs/class_distrib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188720"/>
            <a:ext cx="5394960" cy="27432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3291840" y="4023360"/>
            <a:ext cx="5394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 Hz, lead MLII. Normal: N, L, R, e, j. Abnormal: A, a, J, S, V, E, F, /, f, Q. Four paced records excluded.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 and Data Split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1954530" cy="731520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1954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Bandpass 0.5-45 Hz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48890" y="1188720"/>
            <a:ext cx="1954530" cy="731520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48890" y="1188720"/>
            <a:ext cx="1954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360-sample beat window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40580" y="1188720"/>
            <a:ext cx="1954530" cy="731520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0580" y="1188720"/>
            <a:ext cx="1954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Z-score per beat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32270" y="1188720"/>
            <a:ext cx="1954530" cy="731520"/>
          </a:xfrm>
          <a:prstGeom prst="roundRect">
            <a:avLst>
              <a:gd name="adj" fmla="val 15000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2270" y="1188720"/>
            <a:ext cx="19545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/ Abnormal label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240280"/>
          <a:ext cx="475488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97280"/>
                <a:gridCol w="1188720"/>
                <a:gridCol w="10972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68,386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16,399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15,897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9"/>
          <p:cNvSpPr/>
          <p:nvPr/>
        </p:nvSpPr>
        <p:spPr>
          <a:xfrm>
            <a:off x="5486400" y="2240280"/>
            <a:ext cx="3200400" cy="1828800"/>
          </a:xfrm>
          <a:prstGeom prst="roundRect">
            <a:avLst>
              <a:gd name="adj" fmla="val 6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669280" y="2331720"/>
            <a:ext cx="2834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Record-wise split: no record appears in two splits, so test results are not inflated by leakage.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1D-CNN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536192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 32 + Pool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130552" y="1143000"/>
            <a:ext cx="1536192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130552" y="1143000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Conv1D 64 + Pool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803904" y="1143000"/>
            <a:ext cx="1536192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803904" y="1143000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77256" y="1143000"/>
            <a:ext cx="1536192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77256" y="1143000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64 + Dropout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150608" y="1143000"/>
            <a:ext cx="1536192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50608" y="1143000"/>
            <a:ext cx="15361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01168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0848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0.8066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688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7355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0.5166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8770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(abnormal)</a:t>
            </a:r>
            <a:endParaRPr lang="en-US" sz="1200" dirty="0"/>
          </a:p>
        </p:txBody>
      </p:sp>
      <p:pic>
        <p:nvPicPr>
          <p:cNvPr id="19" name="Image 0" descr="/home/claude/p/ECG-Project-Deeplearning-main/graphs/1d_cnn_confusion_matri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1920240"/>
            <a:ext cx="3108960" cy="2743200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6035040" y="219456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0.8448. Recall 0.5193, precision 0.5139. Best epoch 1 of 7, then overfitting.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CNN-LSTM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54530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43000"/>
            <a:ext cx="195453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x Conv1D + Pool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548890" y="1143000"/>
            <a:ext cx="1954530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548890" y="1143000"/>
            <a:ext cx="195453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64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40580" y="1143000"/>
            <a:ext cx="1954530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40580" y="1143000"/>
            <a:ext cx="195453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32 + Dropout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732270" y="1143000"/>
            <a:ext cx="1954530" cy="594360"/>
          </a:xfrm>
          <a:prstGeom prst="roundRect">
            <a:avLst>
              <a:gd name="adj" fmla="val 18462"/>
            </a:avLst>
          </a:prstGeom>
          <a:solidFill>
            <a:srgbClr val="0B1F33"/>
          </a:solidFill>
          <a:ln w="12700">
            <a:solidFill>
              <a:srgbClr val="0B1F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32270" y="1143000"/>
            <a:ext cx="195453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Sigmoid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01168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08483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0.7605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8833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200400"/>
            <a:ext cx="2011680" cy="1051560"/>
          </a:xfrm>
          <a:prstGeom prst="roundRect">
            <a:avLst>
              <a:gd name="adj" fmla="val 10435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73552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0.4479</a:t>
            </a: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877056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(abnormal)</a:t>
            </a:r>
            <a:endParaRPr lang="en-US" sz="1200" dirty="0"/>
          </a:p>
        </p:txBody>
      </p:sp>
      <p:pic>
        <p:nvPicPr>
          <p:cNvPr id="17" name="Image 0" descr="/home/claude/p/ECG-Project-Deeplearning-main/graphs/cnn_lstm_confusion_matrix_v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0" y="1920240"/>
            <a:ext cx="3108960" cy="27432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035040" y="2194560"/>
            <a:ext cx="26517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ROC-AUC 0.7418. Recall 0.4880, precision 0.4138. Best epoch 9 of 13 (112.11 s on Tesla T4).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vs GPU Performance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6187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8.76x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training, 5 epochs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91840" y="118872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91840" y="126187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9.75x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38328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epoch time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26480" y="1188720"/>
            <a:ext cx="2560320" cy="1051560"/>
          </a:xfrm>
          <a:prstGeom prst="roundRect">
            <a:avLst>
              <a:gd name="adj" fmla="val 10435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261872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7.43x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86537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test-set inference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56032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24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(5 epochs)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297.20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33.94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Inference (15,897 beats)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3.563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0.479 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3A577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10"/>
          <p:cNvSpPr txBox="1"/>
          <p:nvPr/>
        </p:nvSpPr>
        <p:spPr>
          <a:xfrm>
            <a:off x="5669280" y="256032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Colab, Tesla T4 GPU, TensorFlow 2.20.0. Same model, data, seed and batch size. Each timing run once.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 Comparison</a:t>
            </a:r>
            <a:endParaRPr lang="en-US" sz="3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metric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1D-CNN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CNN-LSTM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0.7605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 (abnormal)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0.4138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(abnormal)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0.5193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0.4880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 (abnormal)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0.4479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ROC-AUC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0.8448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0.7418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669280" y="1188720"/>
            <a:ext cx="3017520" cy="2743200"/>
          </a:xfrm>
          <a:prstGeom prst="roundRect">
            <a:avLst>
              <a:gd name="adj" fmla="val 4000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852160" y="128016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1D-CNN wins on every metric.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are weak on abnormal beats (F1 about 0.45 to 0.52).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7 unseen records, 15,897 beats.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times are not directly comparable: the 1D-CNN run had no GPU and different early-stopping settings.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1F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371600"/>
            <a:ext cx="1965960" cy="2011680"/>
          </a:xfrm>
          <a:prstGeom prst="roundRect">
            <a:avLst>
              <a:gd name="adj" fmla="val 558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or upload an ECG beat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2423160" y="2148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606040" y="1371600"/>
            <a:ext cx="1965960" cy="2011680"/>
          </a:xfrm>
          <a:prstGeom prst="roundRect">
            <a:avLst>
              <a:gd name="adj" fmla="val 558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06040" y="14630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2743200" y="20574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0.5-45 Hz, 360 samples, z-score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48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754880" y="1371600"/>
            <a:ext cx="1965960" cy="2011680"/>
          </a:xfrm>
          <a:prstGeom prst="roundRect">
            <a:avLst>
              <a:gd name="adj" fmla="val 558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754880" y="14630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892040" y="20574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 and CNN-LSTM give P(abnormal)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148840"/>
            <a:ext cx="182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903720" y="1371600"/>
            <a:ext cx="1965960" cy="2011680"/>
          </a:xfrm>
          <a:prstGeom prst="roundRect">
            <a:avLst>
              <a:gd name="adj" fmla="val 5581"/>
            </a:avLst>
          </a:prstGeom>
          <a:solidFill>
            <a:srgbClr val="EEF2F6"/>
          </a:solidFill>
          <a:ln w="12700">
            <a:solidFill>
              <a:srgbClr val="EEF2F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903720" y="1463040"/>
            <a:ext cx="1965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E639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057400"/>
            <a:ext cx="1691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or Abnormal, plus results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611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app. Threshold 0.5. The output is a classification result, not a clinical diagnosis.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demo: ecg-project-deeplearning-7bawjywtz5d2jpancnhnkz.streamlit.app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Conclusion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pipeline: data, preprocessing, two models, evaluation, CPU vs GPU, demo.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1D-CNN: F1 0.5166. CNN-LSTM: F1 0.4479.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GPU gave 7.4x to 9.8x speedup.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663440" y="1188720"/>
            <a:ext cx="4023360" cy="3017520"/>
          </a:xfrm>
          <a:prstGeom prst="roundRect">
            <a:avLst>
              <a:gd name="adj" fmla="val 3636"/>
            </a:avLst>
          </a:prstGeom>
          <a:solidFill>
            <a:srgbClr val="16324F"/>
          </a:solidFill>
          <a:ln w="12700">
            <a:solidFill>
              <a:srgbClr val="16324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846320" y="1280160"/>
            <a:ext cx="365760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overfit the training records.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test records hold 2,791 of 3,164 abnormal beats.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timing runs; epoch limits differed.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Group 7 - ECG Deep Learning Project</dc:title>
  <dc:subject>PptxGenJS Presentation</dc:subject>
  <dc:creator>Group 7</dc:creator>
  <cp:lastModifiedBy>Group 7</cp:lastModifiedBy>
  <cp:revision>1</cp:revision>
  <dcterms:created xsi:type="dcterms:W3CDTF">2026-10-10T07:13:36Z</dcterms:created>
  <dcterms:modified xsi:type="dcterms:W3CDTF">2026-10-10T07:13:36Z</dcterms:modified>
</cp:coreProperties>
</file>