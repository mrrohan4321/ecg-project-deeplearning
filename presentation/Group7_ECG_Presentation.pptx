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ecg-project-deeplearning-6383kyappwquwvbrmgodag6.streamlit.app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GPU-Accelerated Deep Learning-Based ECG Signal Classification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Cardiac Abnormality Detection  |  Group 7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8229600" cy="731520"/>
          </a:xfrm>
          <a:custGeom>
            <a:avLst/>
            <a:gdLst/>
            <a:ahLst/>
            <a:cxnLst/>
            <a:rect l="l" t="t" r="r" b="b"/>
            <a:pathLst>
              <a:path w="8229600" h="731520">
                <a:moveTo>
                  <a:pt x="0" y="365760"/>
                </a:moveTo>
                <a:lnTo>
                  <a:pt x="1371600" y="365760"/>
                </a:lnTo>
                <a:lnTo>
                  <a:pt x="1554480" y="274320"/>
                </a:lnTo>
                <a:lnTo>
                  <a:pt x="1737360" y="365760"/>
                </a:lnTo>
                <a:lnTo>
                  <a:pt x="2103120" y="365760"/>
                </a:lnTo>
                <a:lnTo>
                  <a:pt x="2194560" y="457200"/>
                </a:lnTo>
                <a:lnTo>
                  <a:pt x="2331720" y="0"/>
                </a:lnTo>
                <a:lnTo>
                  <a:pt x="2468880" y="731520"/>
                </a:lnTo>
                <a:lnTo>
                  <a:pt x="2606040" y="365760"/>
                </a:lnTo>
                <a:lnTo>
                  <a:pt x="3017520" y="365760"/>
                </a:lnTo>
                <a:lnTo>
                  <a:pt x="3291840" y="228600"/>
                </a:lnTo>
                <a:lnTo>
                  <a:pt x="3657600" y="365760"/>
                </a:lnTo>
                <a:lnTo>
                  <a:pt x="8229600" y="365760"/>
                </a:lnTo>
              </a:path>
            </a:pathLst>
          </a:custGeom>
          <a:solidFill>
            <a:srgbClr val="0B1F33">
              <a:alpha val="0"/>
            </a:srgbClr>
          </a:solidFill>
          <a:ln w="31750">
            <a:solidFill>
              <a:srgbClr val="E639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9260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Rishabh Jha - 24/CSE/136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 Raj - 24/CSE/137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Ritam Jana - 24/CSE/138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Adak - 24/CSE/143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Ronit Jana - 24/CSE/145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MIT-BIH Arrhythmia Database  |  1D-CNN and CNN-LSTM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and Objectives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beats must be checked one by one, which is slow for long recordings.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classify each beat as Normal or Abnormal using deep learning.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1D-CNN with a CNN-LSTM and measure the GPU speedup.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663440" y="118872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54880" y="11887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ECG data handling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03720" y="118872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95160" y="11887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Deep-learning classification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242316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24231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03720" y="242316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95160" y="24231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vs GPU comparison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1257300" cy="640080"/>
          </a:xfrm>
          <a:prstGeom prst="roundRect">
            <a:avLst>
              <a:gd name="adj" fmla="val 1714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931920"/>
            <a:ext cx="1257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51660" y="3931920"/>
            <a:ext cx="1257300" cy="640080"/>
          </a:xfrm>
          <a:prstGeom prst="roundRect">
            <a:avLst>
              <a:gd name="adj" fmla="val 1714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51660" y="3931920"/>
            <a:ext cx="1257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3931920"/>
            <a:ext cx="1257300" cy="640080"/>
          </a:xfrm>
          <a:prstGeom prst="roundRect">
            <a:avLst>
              <a:gd name="adj" fmla="val 1714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46120" y="3931920"/>
            <a:ext cx="1257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1D-CNN / CNN-LSTM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40580" y="3931920"/>
            <a:ext cx="1257300" cy="640080"/>
          </a:xfrm>
          <a:prstGeom prst="roundRect">
            <a:avLst>
              <a:gd name="adj" fmla="val 1714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40580" y="3931920"/>
            <a:ext cx="1257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3931920"/>
            <a:ext cx="1257300" cy="640080"/>
          </a:xfrm>
          <a:prstGeom prst="roundRect">
            <a:avLst>
              <a:gd name="adj" fmla="val 1714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35040" y="3931920"/>
            <a:ext cx="1257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vs GPU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29500" y="3931920"/>
            <a:ext cx="1257300" cy="640080"/>
          </a:xfrm>
          <a:prstGeom prst="roundRect">
            <a:avLst>
              <a:gd name="adj" fmla="val 1714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29500" y="3931920"/>
            <a:ext cx="1257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MIT-BIH Arrhythmia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6187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used (of 48)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49631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100,733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998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beats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73075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10.5%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3342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beats (10,608)</a:t>
            </a:r>
            <a:endParaRPr lang="en-US" sz="1200" dirty="0"/>
          </a:p>
        </p:txBody>
      </p:sp>
      <p:pic>
        <p:nvPicPr>
          <p:cNvPr id="12" name="Image 0" descr="/home/claude/p/ECG-Project-Deeplearning-main/graphs/class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91840" y="1188720"/>
            <a:ext cx="5394960" cy="27432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291840" y="40233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Hz, lead MLII. Normal: N, L, R, e, j. Abnormal: A, a, J, S, V, E, F, /, f, Q. Four paced records excluded.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and Data Split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54530" cy="731520"/>
          </a:xfrm>
          <a:prstGeom prst="roundRect">
            <a:avLst>
              <a:gd name="adj" fmla="val 15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9545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Bandpass 0.5-45 Hz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48890" y="1188720"/>
            <a:ext cx="1954530" cy="731520"/>
          </a:xfrm>
          <a:prstGeom prst="roundRect">
            <a:avLst>
              <a:gd name="adj" fmla="val 15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48890" y="1188720"/>
            <a:ext cx="19545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360-sample beat window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40580" y="1188720"/>
            <a:ext cx="1954530" cy="731520"/>
          </a:xfrm>
          <a:prstGeom prst="roundRect">
            <a:avLst>
              <a:gd name="adj" fmla="val 15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0580" y="1188720"/>
            <a:ext cx="19545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per beat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32270" y="1188720"/>
            <a:ext cx="1954530" cy="731520"/>
          </a:xfrm>
          <a:prstGeom prst="roundRect">
            <a:avLst>
              <a:gd name="adj" fmla="val 15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32270" y="1188720"/>
            <a:ext cx="19545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/ Abnormal label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47548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18872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Abnormal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68,386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16,399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15,897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0" y="224028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69280" y="233172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Record-wise split: no record appears in two splits, so test results are not inflated by leakage.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1D-CNN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536192" cy="594360"/>
          </a:xfrm>
          <a:prstGeom prst="roundRect">
            <a:avLst>
              <a:gd name="adj" fmla="val 1846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32 + Pool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30552" y="1143000"/>
            <a:ext cx="1536192" cy="594360"/>
          </a:xfrm>
          <a:prstGeom prst="roundRect">
            <a:avLst>
              <a:gd name="adj" fmla="val 1846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30552" y="114300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64 + Pool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03904" y="1143000"/>
            <a:ext cx="1536192" cy="594360"/>
          </a:xfrm>
          <a:prstGeom prst="roundRect">
            <a:avLst>
              <a:gd name="adj" fmla="val 1846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03904" y="114300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77256" y="1143000"/>
            <a:ext cx="1536192" cy="594360"/>
          </a:xfrm>
          <a:prstGeom prst="roundRect">
            <a:avLst>
              <a:gd name="adj" fmla="val 1846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77256" y="114300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64 + Dropout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50608" y="1143000"/>
            <a:ext cx="1536192" cy="594360"/>
          </a:xfrm>
          <a:prstGeom prst="roundRect">
            <a:avLst>
              <a:gd name="adj" fmla="val 1846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50608" y="114300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0848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0.8066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6883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2735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0.5166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8770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(abnormal)</a:t>
            </a:r>
            <a:endParaRPr lang="en-US" sz="1200" dirty="0"/>
          </a:p>
        </p:txBody>
      </p:sp>
      <p:pic>
        <p:nvPicPr>
          <p:cNvPr id="19" name="Image 0" descr="/home/claude/p/ECG-Project-Deeplearning-main/graphs/1d_cnn_confus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0" y="1920240"/>
            <a:ext cx="3108960" cy="274320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035040" y="219456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0.8448. Recall 0.5193, precision 0.5139. Best epoch 1 of 7, then overfitting.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CNN-LSTM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54530" cy="594360"/>
          </a:xfrm>
          <a:prstGeom prst="roundRect">
            <a:avLst>
              <a:gd name="adj" fmla="val 1846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19545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x Conv1D + Pool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48890" y="1143000"/>
            <a:ext cx="1954530" cy="594360"/>
          </a:xfrm>
          <a:prstGeom prst="roundRect">
            <a:avLst>
              <a:gd name="adj" fmla="val 1846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48890" y="1143000"/>
            <a:ext cx="19545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64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40580" y="1143000"/>
            <a:ext cx="1954530" cy="594360"/>
          </a:xfrm>
          <a:prstGeom prst="roundRect">
            <a:avLst>
              <a:gd name="adj" fmla="val 1846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0580" y="1143000"/>
            <a:ext cx="19545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32 + Dropout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32270" y="1143000"/>
            <a:ext cx="1954530" cy="594360"/>
          </a:xfrm>
          <a:prstGeom prst="roundRect">
            <a:avLst>
              <a:gd name="adj" fmla="val 1846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32270" y="1143000"/>
            <a:ext cx="19545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0848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0.7605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6883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2735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0.4479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8770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(abnormal)</a:t>
            </a:r>
            <a:endParaRPr lang="en-US" sz="1200" dirty="0"/>
          </a:p>
        </p:txBody>
      </p:sp>
      <p:pic>
        <p:nvPicPr>
          <p:cNvPr id="17" name="Image 0" descr="/home/claude/p/ECG-Project-Deeplearning-main/graphs/cnn_lstm_confusion_matrix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0" y="1920240"/>
            <a:ext cx="3108960" cy="27432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035040" y="219456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0.7418. Recall 0.4880, precision 0.4138. Best epoch 9 of 13 (112.11 s on Tesla T4).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vs GPU Performance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6187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8.76x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5 epochs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26187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9.75x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8653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epoch time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26187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7.43x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653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inference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4937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(5 epochs)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297.20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33.94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(15,897 beats)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3.563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0.479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7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669280" y="25603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Colab, Tesla T4 GPU, TensorFlow 2.20.0. Same model, data, seed and batch size. Each timing run once.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937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1D-CNN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CNN-LSTM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(abnormal)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(abnormal)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(abnormal)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1188720"/>
            <a:ext cx="3017520" cy="2743200"/>
          </a:xfrm>
          <a:prstGeom prst="roundRect">
            <a:avLst>
              <a:gd name="adj" fmla="val 4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52160" y="128016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1D-CNN wins on every metric.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are weak on abnormal beats (F1 about 0.45 to 0.52).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7 unseen records, 15,897 beats.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times are not directly comparable: the 1D-CNN run had no GPU and different early-stopping settings.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65960" cy="2011680"/>
          </a:xfrm>
          <a:prstGeom prst="roundRect">
            <a:avLst>
              <a:gd name="adj" fmla="val 558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630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574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or upload an ECG beat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2148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606040" y="1371600"/>
            <a:ext cx="1965960" cy="2011680"/>
          </a:xfrm>
          <a:prstGeom prst="roundRect">
            <a:avLst>
              <a:gd name="adj" fmla="val 558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06040" y="14630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0574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0.5-45 Hz, 360 samples, z-score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148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1965960" cy="2011680"/>
          </a:xfrm>
          <a:prstGeom prst="roundRect">
            <a:avLst>
              <a:gd name="adj" fmla="val 558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14630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0574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1D-CNN and CNN-LSTM give P(abnormal)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148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903720" y="1371600"/>
            <a:ext cx="1965960" cy="2011680"/>
          </a:xfrm>
          <a:prstGeom prst="roundRect">
            <a:avLst>
              <a:gd name="adj" fmla="val 558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03720" y="14630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20574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or Abnormal, plus results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app. Threshold 0.5. The output is a classification result, not a clinical diagnosis.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demo: ecg-project-deeplearning-6383kyappwquwvbrmgodag6.streamlit.app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Conclusion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pipeline: data, preprocessing, two models, evaluation, CPU vs GPU, demo.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1D-CNN: F1 0.5166. CNN-LSTM: F1 0.4479.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gave 7.4x to 9.8x speedup.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1188720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46320" y="128016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overfit the training records.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 records hold 2,791 of 3,164 abnormal beats.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timing runs; epoch limits differed.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7 - ECG Deep Learning Project</dc:title>
  <dc:subject>PptxGenJS Presentation</dc:subject>
  <dc:creator>Group 7</dc:creator>
  <cp:lastModifiedBy>Group 7</cp:lastModifiedBy>
  <cp:revision>1</cp:revision>
  <dcterms:created xsi:type="dcterms:W3CDTF">2026-10-10T07:13:36Z</dcterms:created>
  <dcterms:modified xsi:type="dcterms:W3CDTF">2026-10-10T07:13:36Z</dcterms:modified>
</cp:coreProperties>
</file>